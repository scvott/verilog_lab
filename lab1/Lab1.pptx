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38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數位系統設計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LAB1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727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半加</a:t>
            </a:r>
            <a:r>
              <a:rPr lang="zh-TW" altLang="en-US" dirty="0" smtClean="0"/>
              <a:t>器真值表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734673"/>
              </p:ext>
            </p:extLst>
          </p:nvPr>
        </p:nvGraphicFramePr>
        <p:xfrm>
          <a:off x="1141413" y="2249488"/>
          <a:ext cx="10533916" cy="363835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633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3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6393">
                <a:tc gridSpan="2"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Input</a:t>
                      </a:r>
                      <a:endParaRPr 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Output</a:t>
                      </a:r>
                      <a:endParaRPr 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393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X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Y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S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C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393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393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393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393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0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75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1-1</a:t>
            </a:r>
            <a:r>
              <a:rPr lang="zh-TW" altLang="en-US" dirty="0" smtClean="0"/>
              <a:t> 使用</a:t>
            </a:r>
            <a:r>
              <a:rPr lang="en-US" altLang="zh-TW" dirty="0" smtClean="0"/>
              <a:t>GATE</a:t>
            </a:r>
            <a:r>
              <a:rPr lang="zh-TW" altLang="en-US" dirty="0" smtClean="0"/>
              <a:t> </a:t>
            </a:r>
            <a:r>
              <a:rPr lang="en-US" altLang="zh-TW" dirty="0" smtClean="0"/>
              <a:t>LEVEL</a:t>
            </a:r>
            <a:r>
              <a:rPr lang="zh-TW" altLang="en-US" dirty="0" smtClean="0"/>
              <a:t> 作出一個 半加器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1413" y="1918010"/>
            <a:ext cx="4824489" cy="780585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半加器電路圖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39644"/>
            <a:ext cx="5965902" cy="23183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285" y="1918010"/>
            <a:ext cx="6593715" cy="2709746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3178097" y="2832411"/>
            <a:ext cx="2118732" cy="132196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600" dirty="0" smtClean="0"/>
              <a:t>第一種</a:t>
            </a:r>
            <a:endParaRPr lang="en-US" sz="2600" dirty="0"/>
          </a:p>
        </p:txBody>
      </p:sp>
      <p:sp>
        <p:nvSpPr>
          <p:cNvPr id="8" name="Right Arrow 7"/>
          <p:cNvSpPr/>
          <p:nvPr/>
        </p:nvSpPr>
        <p:spPr>
          <a:xfrm flipH="1">
            <a:off x="6001213" y="5266264"/>
            <a:ext cx="2051825" cy="132196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600" dirty="0" smtClean="0"/>
              <a:t>第二種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6393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1-2</a:t>
            </a:r>
            <a:r>
              <a:rPr lang="zh-TW" altLang="en-US" dirty="0" smtClean="0"/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DATA FLOW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做出一個半加器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/>
              <a:t>module </a:t>
            </a:r>
            <a:r>
              <a:rPr lang="en-US" altLang="zh-TW" dirty="0" err="1"/>
              <a:t>half_adder</a:t>
            </a:r>
            <a:r>
              <a:rPr lang="en-US" altLang="zh-TW" dirty="0"/>
              <a:t>(</a:t>
            </a:r>
            <a:r>
              <a:rPr lang="en-US" altLang="zh-TW" dirty="0" err="1"/>
              <a:t>s,c,x,y</a:t>
            </a:r>
            <a:r>
              <a:rPr lang="en-US" altLang="zh-TW" dirty="0"/>
              <a:t>);</a:t>
            </a:r>
          </a:p>
          <a:p>
            <a:pPr marL="0" indent="0">
              <a:buNone/>
            </a:pPr>
            <a:r>
              <a:rPr lang="en-US" altLang="zh-TW" dirty="0"/>
              <a:t>output </a:t>
            </a:r>
            <a:r>
              <a:rPr lang="en-US" altLang="zh-TW" dirty="0" err="1"/>
              <a:t>s,c</a:t>
            </a:r>
            <a:r>
              <a:rPr lang="en-US" altLang="zh-TW" dirty="0"/>
              <a:t>;</a:t>
            </a:r>
          </a:p>
          <a:p>
            <a:pPr marL="0" indent="0">
              <a:buNone/>
            </a:pPr>
            <a:r>
              <a:rPr lang="en-US" altLang="zh-TW" dirty="0"/>
              <a:t>input </a:t>
            </a:r>
            <a:r>
              <a:rPr lang="en-US" altLang="zh-TW" dirty="0" err="1"/>
              <a:t>x,y</a:t>
            </a:r>
            <a:r>
              <a:rPr lang="en-US" altLang="zh-TW" dirty="0"/>
              <a:t>;</a:t>
            </a:r>
          </a:p>
          <a:p>
            <a:pPr marL="0" indent="0">
              <a:buNone/>
            </a:pPr>
            <a:r>
              <a:rPr lang="en-US" altLang="zh-TW" dirty="0"/>
              <a:t>assign // </a:t>
            </a:r>
            <a:r>
              <a:rPr lang="zh-TW" altLang="en-US" dirty="0"/>
              <a:t>放入你的設計</a:t>
            </a:r>
          </a:p>
          <a:p>
            <a:endParaRPr lang="zh-TW" altLang="en-US" dirty="0"/>
          </a:p>
          <a:p>
            <a:endParaRPr lang="zh-TW" altLang="en-US" dirty="0"/>
          </a:p>
          <a:p>
            <a:pPr marL="0" indent="0">
              <a:buNone/>
            </a:pPr>
            <a:r>
              <a:rPr lang="en-US" altLang="zh-TW" dirty="0" err="1"/>
              <a:t>endmodule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556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 smtClean="0"/>
              <a:t>1-3 </a:t>
            </a:r>
            <a:r>
              <a:rPr lang="zh-TW" altLang="en-US" cap="none" dirty="0" smtClean="0"/>
              <a:t>用</a:t>
            </a:r>
            <a:r>
              <a:rPr lang="en-US" altLang="zh-TW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ncverilog</a:t>
            </a:r>
            <a:r>
              <a:rPr lang="zh-TW" altLang="en-US" cap="none" dirty="0" smtClean="0"/>
              <a:t>進行模擬</a:t>
            </a:r>
            <a:endParaRPr lang="zh-TW" altLang="en-US" cap="non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TW" dirty="0"/>
              <a:t>x = x, y = x, c = x, s = x</a:t>
            </a:r>
          </a:p>
          <a:p>
            <a:pPr marL="0" indent="0">
              <a:buNone/>
            </a:pPr>
            <a:r>
              <a:rPr lang="es-ES" altLang="zh-TW" dirty="0"/>
              <a:t>x = 0, y = 0, c = 0, s = 0</a:t>
            </a:r>
          </a:p>
          <a:p>
            <a:pPr marL="0" indent="0">
              <a:buNone/>
            </a:pPr>
            <a:r>
              <a:rPr lang="es-ES" altLang="zh-TW" dirty="0"/>
              <a:t>x = 1, y = 0, c = 0, s = 1</a:t>
            </a:r>
          </a:p>
          <a:p>
            <a:pPr marL="0" indent="0">
              <a:buNone/>
            </a:pPr>
            <a:r>
              <a:rPr lang="es-ES" altLang="zh-TW" dirty="0"/>
              <a:t>x = 0, y = 1, c = 0, s = 1</a:t>
            </a:r>
          </a:p>
          <a:p>
            <a:pPr marL="0" indent="0">
              <a:buNone/>
            </a:pPr>
            <a:r>
              <a:rPr lang="es-ES" altLang="zh-TW" dirty="0"/>
              <a:t>x = 1, y = 1, c = 1, s = 0</a:t>
            </a:r>
          </a:p>
          <a:p>
            <a:pPr marL="0" indent="0">
              <a:buNone/>
            </a:pPr>
            <a:r>
              <a:rPr lang="es-ES" altLang="zh-TW" dirty="0"/>
              <a:t>PASS!</a:t>
            </a:r>
          </a:p>
        </p:txBody>
      </p:sp>
    </p:spTree>
    <p:extLst>
      <p:ext uri="{BB962C8B-B14F-4D97-AF65-F5344CB8AC3E}">
        <p14:creationId xmlns:p14="http://schemas.microsoft.com/office/powerpoint/2010/main" val="394177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 smtClean="0"/>
              <a:t>1-4 </a:t>
            </a:r>
            <a:r>
              <a:rPr lang="zh-TW" altLang="en-US" cap="none" dirty="0" smtClean="0"/>
              <a:t>用</a:t>
            </a:r>
            <a:r>
              <a:rPr lang="en-US" altLang="zh-TW" cap="none" dirty="0" err="1" smtClean="0"/>
              <a:t>nWave</a:t>
            </a:r>
            <a:r>
              <a:rPr lang="zh-TW" altLang="en-US" cap="none" dirty="0" smtClean="0"/>
              <a:t>檢視波形</a:t>
            </a:r>
            <a:endParaRPr lang="zh-TW" altLang="en-US" cap="non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583681"/>
            <a:ext cx="8041615" cy="514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5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 smtClean="0"/>
              <a:t>繳交檔案</a:t>
            </a:r>
            <a:endParaRPr lang="zh-TW" altLang="en-US" cap="non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1412" y="1818861"/>
            <a:ext cx="9905999" cy="4939748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1. PDF</a:t>
            </a:r>
            <a:r>
              <a:rPr lang="zh-TW" altLang="en-US" dirty="0" smtClean="0"/>
              <a:t>檔，包含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Verilog</a:t>
            </a:r>
            <a:r>
              <a:rPr lang="zh-TW" altLang="en-US" dirty="0" smtClean="0"/>
              <a:t>程式碼 </a:t>
            </a:r>
            <a:r>
              <a:rPr lang="en-US" altLang="zh-TW" dirty="0" smtClean="0"/>
              <a:t>(gate level, dataflow </a:t>
            </a:r>
            <a:r>
              <a:rPr lang="zh-TW" altLang="en-US" dirty="0" smtClean="0"/>
              <a:t>兩份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/>
              <a:t>模擬</a:t>
            </a:r>
            <a:r>
              <a:rPr lang="zh-TW" altLang="en-US" dirty="0" smtClean="0"/>
              <a:t>結果</a:t>
            </a:r>
            <a:r>
              <a:rPr lang="zh-TW" altLang="en-US" dirty="0"/>
              <a:t>截</a:t>
            </a:r>
            <a:r>
              <a:rPr lang="zh-TW" altLang="en-US" dirty="0" smtClean="0"/>
              <a:t>圖</a:t>
            </a:r>
            <a:r>
              <a:rPr lang="en-US" altLang="zh-TW" dirty="0" smtClean="0"/>
              <a:t>(</a:t>
            </a:r>
            <a:r>
              <a:rPr lang="zh-TW" altLang="en-US" dirty="0" smtClean="0"/>
              <a:t>要看到</a:t>
            </a:r>
            <a:r>
              <a:rPr lang="en-US" altLang="zh-TW" dirty="0" smtClean="0"/>
              <a:t>PASS)</a:t>
            </a:r>
          </a:p>
          <a:p>
            <a:pPr lvl="1"/>
            <a:r>
              <a:rPr lang="en-US" altLang="zh-TW" dirty="0" err="1" smtClean="0"/>
              <a:t>nWave</a:t>
            </a:r>
            <a:r>
              <a:rPr lang="zh-TW" altLang="en-US" dirty="0" smtClean="0"/>
              <a:t>波形圖</a:t>
            </a:r>
            <a:r>
              <a:rPr lang="en-US" altLang="zh-TW" dirty="0" smtClean="0"/>
              <a:t>(</a:t>
            </a:r>
            <a:r>
              <a:rPr lang="zh-TW" altLang="en-US" dirty="0" smtClean="0"/>
              <a:t>要看到</a:t>
            </a:r>
            <a:r>
              <a:rPr lang="en-US" altLang="zh-TW" dirty="0" smtClean="0"/>
              <a:t>x, y, c, s</a:t>
            </a:r>
            <a:r>
              <a:rPr lang="zh-TW" altLang="en-US" dirty="0" smtClean="0"/>
              <a:t>四個訊號、並且</a:t>
            </a:r>
            <a:r>
              <a:rPr lang="en-US" altLang="zh-TW" dirty="0" err="1" smtClean="0"/>
              <a:t>x,y</a:t>
            </a:r>
            <a:r>
              <a:rPr lang="zh-TW" altLang="en-US" dirty="0" smtClean="0"/>
              <a:t>是</a:t>
            </a:r>
            <a:r>
              <a:rPr lang="en-US" altLang="zh-TW" dirty="0" smtClean="0"/>
              <a:t>00, 01, 10, 11</a:t>
            </a:r>
            <a:r>
              <a:rPr lang="zh-TW" altLang="en-US" dirty="0" smtClean="0"/>
              <a:t>時的結果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/>
              <a:t>簡單</a:t>
            </a:r>
            <a:r>
              <a:rPr lang="zh-TW" altLang="en-US" dirty="0" smtClean="0"/>
              <a:t>心得</a:t>
            </a:r>
            <a:endParaRPr lang="en-US" altLang="zh-TW" dirty="0" smtClean="0"/>
          </a:p>
          <a:p>
            <a:r>
              <a:rPr lang="en-US" altLang="zh-TW" dirty="0" smtClean="0"/>
              <a:t>2. Verilog</a:t>
            </a:r>
            <a:r>
              <a:rPr lang="zh-TW" altLang="en-US" dirty="0" smtClean="0"/>
              <a:t>檔案，檔名如下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half_adder_gatelevel.v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half_adder_dataflow.v</a:t>
            </a:r>
            <a:endParaRPr lang="en-US" altLang="zh-TW" dirty="0" smtClean="0"/>
          </a:p>
          <a:p>
            <a:r>
              <a:rPr lang="zh-TW" altLang="en-US" dirty="0" smtClean="0"/>
              <a:t>以上共三個檔案，壓縮成 </a:t>
            </a:r>
            <a:r>
              <a:rPr lang="en-US" altLang="zh-TW" dirty="0" smtClean="0"/>
              <a:t>[</a:t>
            </a:r>
            <a:r>
              <a:rPr lang="zh-TW" altLang="en-US" dirty="0" smtClean="0"/>
              <a:t>學號</a:t>
            </a:r>
            <a:r>
              <a:rPr lang="en-US" altLang="zh-TW" dirty="0" smtClean="0"/>
              <a:t>.7z] </a:t>
            </a:r>
            <a:r>
              <a:rPr lang="zh-TW" altLang="en-US" dirty="0" smtClean="0"/>
              <a:t>或 </a:t>
            </a:r>
            <a:r>
              <a:rPr lang="en-US" altLang="zh-TW" dirty="0" smtClean="0"/>
              <a:t>[</a:t>
            </a:r>
            <a:r>
              <a:rPr lang="zh-TW" altLang="en-US" dirty="0" smtClean="0"/>
              <a:t>學號</a:t>
            </a:r>
            <a:r>
              <a:rPr lang="en-US" altLang="zh-TW" dirty="0" smtClean="0"/>
              <a:t>.zip] [</a:t>
            </a:r>
            <a:r>
              <a:rPr lang="zh-TW" altLang="en-US" dirty="0" smtClean="0"/>
              <a:t>學號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rar</a:t>
            </a:r>
            <a:r>
              <a:rPr lang="en-US" altLang="zh-TW" dirty="0" smtClean="0"/>
              <a:t>] </a:t>
            </a:r>
            <a:r>
              <a:rPr lang="zh-TW" altLang="en-US" dirty="0" smtClean="0"/>
              <a:t>，上傳至</a:t>
            </a:r>
            <a:r>
              <a:rPr lang="en-US" altLang="zh-TW" dirty="0" smtClean="0"/>
              <a:t>ilearn2</a:t>
            </a:r>
          </a:p>
          <a:p>
            <a:r>
              <a:rPr lang="en-US" altLang="zh-TW" dirty="0" smtClean="0"/>
              <a:t>Deadline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10/10(</a:t>
            </a:r>
            <a:r>
              <a:rPr lang="zh-TW" altLang="en-US" smtClean="0"/>
              <a:t>三</a:t>
            </a:r>
            <a:r>
              <a:rPr lang="en-US" altLang="zh-TW" smtClean="0"/>
              <a:t>) 23:59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7170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45</TotalTime>
  <Words>268</Words>
  <Application>Microsoft Office PowerPoint</Application>
  <PresentationFormat>寬螢幕</PresentationFormat>
  <Paragraphs>55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標楷體</vt:lpstr>
      <vt:lpstr>Arial</vt:lpstr>
      <vt:lpstr>Trebuchet MS</vt:lpstr>
      <vt:lpstr>Tw Cen MT</vt:lpstr>
      <vt:lpstr>電路</vt:lpstr>
      <vt:lpstr>數位系統設計 LAB1</vt:lpstr>
      <vt:lpstr>半加器真值表</vt:lpstr>
      <vt:lpstr>1-1 使用GATE LEVEL 作出一個 半加器</vt:lpstr>
      <vt:lpstr>1-2 使用 DATA FLOW 做出一個半加器</vt:lpstr>
      <vt:lpstr>1-3 用ncverilog進行模擬</vt:lpstr>
      <vt:lpstr>1-4 用nWave檢視波形</vt:lpstr>
      <vt:lpstr>繳交檔案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數位系統設計 LAB1</dc:title>
  <dc:creator>Windows 使用者</dc:creator>
  <cp:lastModifiedBy>周仲韓</cp:lastModifiedBy>
  <cp:revision>9</cp:revision>
  <dcterms:created xsi:type="dcterms:W3CDTF">2018-09-29T14:08:42Z</dcterms:created>
  <dcterms:modified xsi:type="dcterms:W3CDTF">2018-10-02T17:10:31Z</dcterms:modified>
</cp:coreProperties>
</file>