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62" r:id="rId4"/>
    <p:sldId id="261" r:id="rId5"/>
    <p:sldId id="259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99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39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614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297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21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70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296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95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196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41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766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987E7-ACE9-442D-944A-BFBD63E21F7A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33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數位系統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Lab 6-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電梯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_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testbench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撰寫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30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49" y="1600200"/>
            <a:ext cx="8225419" cy="4979020"/>
          </a:xfrm>
        </p:spPr>
        <p:txBody>
          <a:bodyPr>
            <a:noAutofit/>
          </a:bodyPr>
          <a:lstStyle/>
          <a:p>
            <a:r>
              <a:rPr lang="en-US" altLang="zh-TW" sz="27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Testbench</a:t>
            </a:r>
            <a:r>
              <a:rPr lang="en-US" altLang="zh-TW" sz="27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7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同學需要撰寫的部份</a:t>
            </a:r>
            <a:r>
              <a:rPr lang="en-US" altLang="zh-TW" sz="27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利用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提供的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module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設計一個</a:t>
            </a:r>
            <a:r>
              <a:rPr lang="en-US" altLang="zh-TW" sz="2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testbench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Testbench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要包含如何判斷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Pass!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Error!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7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提供的</a:t>
            </a:r>
            <a:r>
              <a:rPr lang="en-US" altLang="zh-TW" sz="27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module</a:t>
            </a:r>
          </a:p>
          <a:p>
            <a:pPr lvl="1"/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客戶需要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一個簡易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0~15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樓電梯控制器，包含以下訊號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err="1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clk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時脈訊號輸入</a:t>
            </a:r>
            <a:endParaRPr lang="en-US" altLang="zh-TW" dirty="0" smtClean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err="1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rst_n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 Reset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訊號輸入，低態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reset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reset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時樓層在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  <a:endParaRPr lang="en-US" altLang="zh-TW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arget: </a:t>
            </a:r>
            <a:r>
              <a:rPr lang="en-US" altLang="zh-TW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4-bit</a:t>
            </a:r>
            <a:r>
              <a:rPr lang="zh-TW" altLang="en-US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的輸入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訊號，代表使用者按下的目標樓層</a:t>
            </a:r>
            <a:endParaRPr lang="en-US" altLang="zh-TW" dirty="0" smtClean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floor: 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輸出訊號，代表電梯所在樓層。每次</a:t>
            </a:r>
            <a:r>
              <a:rPr lang="en-US" altLang="zh-TW" dirty="0" err="1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posedge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clk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時，樓層會往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target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靠近一層樓。例如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target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floor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，則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floor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會隨著</a:t>
            </a:r>
            <a:r>
              <a:rPr lang="en-US" altLang="zh-TW" dirty="0" err="1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clk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變成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，最後停在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。而若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target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變成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，則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floor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會隨著</a:t>
            </a:r>
            <a:r>
              <a:rPr lang="en-US" altLang="zh-TW" dirty="0" err="1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clk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變成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r>
              <a:rPr lang="zh-TW" altLang="en-US" dirty="0" smtClean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如果提供的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module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符合以上行為，印出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Pass!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，否則印出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Error!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5383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實驗內容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9022" y="1497725"/>
            <a:ext cx="7721600" cy="624586"/>
          </a:xfrm>
        </p:spPr>
        <p:txBody>
          <a:bodyPr>
            <a:normAutofit/>
          </a:bodyPr>
          <a:lstStyle/>
          <a:p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Testbench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的 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template</a:t>
            </a:r>
          </a:p>
          <a:p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5557" y="2133600"/>
            <a:ext cx="860515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module </a:t>
            </a:r>
            <a:r>
              <a:rPr lang="en-US" altLang="zh-TW" sz="1600" dirty="0" err="1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elev_ctrl_test</a:t>
            </a:r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 ;        </a:t>
            </a:r>
          </a:p>
          <a:p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// 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宣告變數</a:t>
            </a:r>
            <a:endParaRPr lang="en-US" altLang="zh-TW" sz="1600" dirty="0" smtClean="0">
              <a:latin typeface="Courier New" panose="02070309020205020404" pitchFamily="49" charset="0"/>
              <a:ea typeface="微軟正黑體" panose="020B0604030504040204" pitchFamily="34" charset="-120"/>
              <a:cs typeface="Courier New" panose="02070309020205020404" pitchFamily="49" charset="0"/>
            </a:endParaRPr>
          </a:p>
          <a:p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</a:t>
            </a:r>
            <a:endParaRPr lang="en-US" altLang="zh-TW" sz="1600" dirty="0" smtClean="0">
              <a:latin typeface="Courier New" panose="02070309020205020404" pitchFamily="49" charset="0"/>
              <a:ea typeface="微軟正黑體" panose="020B0604030504040204" pitchFamily="34" charset="-120"/>
              <a:cs typeface="Courier New" panose="02070309020205020404" pitchFamily="49" charset="0"/>
            </a:endParaRPr>
          </a:p>
          <a:p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// 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連接待測模組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        </a:t>
            </a:r>
          </a:p>
          <a:p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</a:t>
            </a:r>
            <a:r>
              <a:rPr lang="en-US" altLang="zh-TW" sz="1600" dirty="0" err="1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elev_ctrl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 E0( .</a:t>
            </a:r>
            <a:r>
              <a:rPr lang="en-US" altLang="zh-TW" sz="1600" dirty="0" err="1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clk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(…), .</a:t>
            </a:r>
            <a:r>
              <a:rPr lang="en-US" altLang="zh-TW" sz="1600" dirty="0" err="1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rst_n</a:t>
            </a:r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(…), 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.</a:t>
            </a:r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floor(…), 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.</a:t>
            </a:r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target(…) 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) ;</a:t>
            </a:r>
          </a:p>
          <a:p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</a:t>
            </a:r>
          </a:p>
          <a:p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// 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產生</a:t>
            </a:r>
            <a:r>
              <a:rPr lang="en-US" altLang="zh-TW" sz="1600" dirty="0" err="1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clk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訊號</a:t>
            </a:r>
            <a:endParaRPr lang="en-US" altLang="zh-TW" sz="1600" dirty="0" smtClean="0">
              <a:latin typeface="Courier New" panose="02070309020205020404" pitchFamily="49" charset="0"/>
              <a:ea typeface="微軟正黑體" panose="020B0604030504040204" pitchFamily="34" charset="-120"/>
              <a:cs typeface="Courier New" panose="02070309020205020404" pitchFamily="49" charset="0"/>
            </a:endParaRPr>
          </a:p>
          <a:p>
            <a:endParaRPr lang="en-US" altLang="zh-TW" sz="1600" dirty="0" smtClean="0">
              <a:latin typeface="Courier New" panose="02070309020205020404" pitchFamily="49" charset="0"/>
              <a:ea typeface="微軟正黑體" panose="020B0604030504040204" pitchFamily="34" charset="-120"/>
              <a:cs typeface="Courier New" panose="02070309020205020404" pitchFamily="49" charset="0"/>
            </a:endParaRPr>
          </a:p>
          <a:p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// 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產生測試的訊號、並且觀察輸出訊號</a:t>
            </a:r>
            <a:endParaRPr lang="en-US" altLang="zh-TW" sz="1600" dirty="0">
              <a:latin typeface="Courier New" panose="02070309020205020404" pitchFamily="49" charset="0"/>
              <a:ea typeface="微軟正黑體" panose="020B0604030504040204" pitchFamily="34" charset="-120"/>
              <a:cs typeface="Courier New" panose="02070309020205020404" pitchFamily="49" charset="0"/>
            </a:endParaRPr>
          </a:p>
          <a:p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initial begin</a:t>
            </a:r>
          </a:p>
          <a:p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// 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這邊可以像是寫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C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語言一樣，產生各個輸入訊號，</a:t>
            </a:r>
            <a:endParaRPr lang="en-US" altLang="zh-TW" sz="1600" dirty="0" smtClean="0">
              <a:latin typeface="Courier New" panose="02070309020205020404" pitchFamily="49" charset="0"/>
              <a:ea typeface="微軟正黑體" panose="020B0604030504040204" pitchFamily="34" charset="-120"/>
              <a:cs typeface="Courier New" panose="02070309020205020404" pitchFamily="49" charset="0"/>
            </a:endParaRPr>
          </a:p>
          <a:p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// 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然後用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if-else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來判斷這個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design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的輸出是否符合規格，</a:t>
            </a:r>
            <a:endParaRPr lang="en-US" altLang="zh-TW" sz="1600" dirty="0" smtClean="0">
              <a:latin typeface="Courier New" panose="02070309020205020404" pitchFamily="49" charset="0"/>
              <a:ea typeface="微軟正黑體" panose="020B0604030504040204" pitchFamily="34" charset="-120"/>
              <a:cs typeface="Courier New" panose="02070309020205020404" pitchFamily="49" charset="0"/>
            </a:endParaRPr>
          </a:p>
          <a:p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// 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最後用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$display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印出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Pass!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或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Error!</a:t>
            </a:r>
          </a:p>
          <a:p>
            <a:r>
              <a:rPr lang="en-US" altLang="zh-TW" sz="1600" dirty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$finish ;</a:t>
            </a:r>
          </a:p>
          <a:p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end</a:t>
            </a:r>
          </a:p>
          <a:p>
            <a:endParaRPr lang="en-US" altLang="zh-TW" sz="1600" dirty="0">
              <a:latin typeface="Courier New" panose="02070309020205020404" pitchFamily="49" charset="0"/>
              <a:ea typeface="微軟正黑體" panose="020B0604030504040204" pitchFamily="34" charset="-120"/>
              <a:cs typeface="Courier New" panose="02070309020205020404" pitchFamily="49" charset="0"/>
            </a:endParaRPr>
          </a:p>
          <a:p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	// 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如果有需要，可以在此加入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$monitor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指令、或是</a:t>
            </a:r>
            <a:r>
              <a:rPr lang="en-US" altLang="zh-TW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dump </a:t>
            </a:r>
            <a:r>
              <a:rPr lang="en-US" altLang="zh-TW" sz="1600" dirty="0" err="1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fsdb</a:t>
            </a:r>
            <a:r>
              <a:rPr lang="zh-TW" altLang="en-US" sz="1600" dirty="0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波型的指令</a:t>
            </a:r>
            <a:endParaRPr lang="en-US" altLang="zh-TW" sz="1600" dirty="0" smtClean="0">
              <a:latin typeface="Courier New" panose="02070309020205020404" pitchFamily="49" charset="0"/>
              <a:ea typeface="微軟正黑體" panose="020B0604030504040204" pitchFamily="34" charset="-120"/>
              <a:cs typeface="Courier New" panose="02070309020205020404" pitchFamily="49" charset="0"/>
            </a:endParaRPr>
          </a:p>
          <a:p>
            <a:endParaRPr lang="en-US" altLang="zh-TW" sz="1600" dirty="0">
              <a:latin typeface="Courier New" panose="02070309020205020404" pitchFamily="49" charset="0"/>
              <a:ea typeface="微軟正黑體" panose="020B0604030504040204" pitchFamily="34" charset="-120"/>
              <a:cs typeface="Courier New" panose="02070309020205020404" pitchFamily="49" charset="0"/>
            </a:endParaRPr>
          </a:p>
          <a:p>
            <a:r>
              <a:rPr lang="en-US" altLang="zh-TW" sz="1600" dirty="0" err="1" smtClean="0">
                <a:latin typeface="Courier New" panose="02070309020205020404" pitchFamily="49" charset="0"/>
                <a:ea typeface="微軟正黑體" panose="020B0604030504040204" pitchFamily="34" charset="-120"/>
                <a:cs typeface="Courier New" panose="02070309020205020404" pitchFamily="49" charset="0"/>
              </a:rPr>
              <a:t>endmodule</a:t>
            </a:r>
            <a:endParaRPr lang="en-US" altLang="zh-TW" sz="1600" dirty="0">
              <a:latin typeface="Courier New" panose="02070309020205020404" pitchFamily="49" charset="0"/>
              <a:ea typeface="微軟正黑體" panose="020B0604030504040204" pitchFamily="34" charset="-12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52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實驗內容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97724"/>
            <a:ext cx="8045450" cy="4679239"/>
          </a:xfrm>
        </p:spPr>
        <p:txBody>
          <a:bodyPr>
            <a:normAutofit/>
          </a:bodyPr>
          <a:lstStyle/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必須要儘量每一個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錯誤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都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有測試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到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助教改作業時會設計更多有錯誤的或是正確的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case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讓同學的</a:t>
            </a:r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testbench</a:t>
            </a:r>
            <a:r>
              <a:rPr lang="zh-TW" altLang="en-US" sz="28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來進行驗證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0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繳交作業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04257"/>
            <a:ext cx="7886700" cy="4772706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請用壓縮檔繳交至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iLearn2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Lab6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檔案名稱請包括學號，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</a:t>
            </a:r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大寫</a:t>
            </a:r>
            <a:endParaRPr lang="en-US" altLang="zh-TW" sz="28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內容包含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提供的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module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不用上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傳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,</a:t>
            </a:r>
            <a:r>
              <a:rPr lang="zh-TW" altLang="en-US" sz="24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請只把你寫的</a:t>
            </a:r>
            <a:r>
              <a:rPr lang="en-US" altLang="zh-TW" sz="2400" dirty="0" err="1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testbench</a:t>
            </a:r>
            <a:r>
              <a:rPr lang="zh-TW" altLang="en-US" sz="24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傳上來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報告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報告請存成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pdf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檔，內容必須包括：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文字輸出截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圖</a:t>
            </a:r>
            <a:endParaRPr lang="en-US" altLang="zh-TW" sz="1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簡單心得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描述碰到的問題以及解決方式等等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截止日期：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12/19 23:59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407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1037</TotalTime>
  <Words>292</Words>
  <Application>Microsoft Office PowerPoint</Application>
  <PresentationFormat>如螢幕大小 (4:3)</PresentationFormat>
  <Paragraphs>49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4" baseType="lpstr">
      <vt:lpstr>微軟正黑體</vt:lpstr>
      <vt:lpstr>新細明體</vt:lpstr>
      <vt:lpstr>標楷體</vt:lpstr>
      <vt:lpstr>Arial</vt:lpstr>
      <vt:lpstr>Calibri</vt:lpstr>
      <vt:lpstr>Calibri Light</vt:lpstr>
      <vt:lpstr>Courier New</vt:lpstr>
      <vt:lpstr>Times New Roman</vt:lpstr>
      <vt:lpstr>Office 佈景主題</vt:lpstr>
      <vt:lpstr>數位系統設計 Lab 6-電梯_testbench撰寫</vt:lpstr>
      <vt:lpstr>Lab目標</vt:lpstr>
      <vt:lpstr>實驗內容</vt:lpstr>
      <vt:lpstr>實驗內容</vt:lpstr>
      <vt:lpstr>繳交作業方式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數位系統設計 Lab 1</dc:title>
  <dc:creator>Han</dc:creator>
  <cp:lastModifiedBy>周仲韓</cp:lastModifiedBy>
  <cp:revision>189</cp:revision>
  <dcterms:created xsi:type="dcterms:W3CDTF">2017-10-24T18:28:39Z</dcterms:created>
  <dcterms:modified xsi:type="dcterms:W3CDTF">2018-12-11T15:30:22Z</dcterms:modified>
</cp:coreProperties>
</file>