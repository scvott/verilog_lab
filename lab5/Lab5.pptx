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7" r:id="rId3"/>
    <p:sldId id="263" r:id="rId4"/>
    <p:sldId id="262" r:id="rId5"/>
    <p:sldId id="261" r:id="rId6"/>
    <p:sldId id="259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99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939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614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297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21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70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296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95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1967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41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766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987E7-ACE9-442D-944A-BFBD63E21F7A}" type="datetimeFigureOut">
              <a:rPr lang="zh-TW" altLang="en-US" smtClean="0"/>
              <a:t>2018/12/5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33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數位系統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Lab 5-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紅綠燈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30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49" y="1600200"/>
            <a:ext cx="8225419" cy="4979020"/>
          </a:xfrm>
        </p:spPr>
        <p:txBody>
          <a:bodyPr>
            <a:noAutofit/>
          </a:bodyPr>
          <a:lstStyle/>
          <a:p>
            <a:pPr lvl="1"/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利用計數器以及狀態圖設計一個十字路口的控制器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輸入訊號</a:t>
            </a:r>
            <a:r>
              <a:rPr lang="en-US" altLang="zh-TW" sz="2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clk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rst_n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輸出訊號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da-DK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1, g1, y1, r2, g2, y2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383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5965"/>
            <a:ext cx="7886700" cy="1325563"/>
          </a:xfrm>
        </p:spPr>
        <p:txBody>
          <a:bodyPr/>
          <a:lstStyle/>
          <a:p>
            <a:r>
              <a:rPr lang="zh-TW" altLang="en-US" dirty="0" smtClean="0"/>
              <a:t>狀態圖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762250" y="2100090"/>
            <a:ext cx="1482372" cy="11428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g1r2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848784" y="2100090"/>
            <a:ext cx="1482372" cy="11428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g1r2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662309" y="2100090"/>
            <a:ext cx="1482372" cy="11428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g1r2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532736" y="2100090"/>
            <a:ext cx="1482372" cy="11428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y1r2</a:t>
            </a:r>
            <a:endParaRPr lang="en-US" dirty="0"/>
          </a:p>
        </p:txBody>
      </p:sp>
      <p:cxnSp>
        <p:nvCxnSpPr>
          <p:cNvPr id="9" name="Straight Arrow Connector 8"/>
          <p:cNvCxnSpPr>
            <a:stCxn id="5" idx="6"/>
            <a:endCxn id="4" idx="2"/>
          </p:cNvCxnSpPr>
          <p:nvPr/>
        </p:nvCxnSpPr>
        <p:spPr>
          <a:xfrm>
            <a:off x="2331156" y="2671501"/>
            <a:ext cx="431094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6"/>
            <a:endCxn id="6" idx="2"/>
          </p:cNvCxnSpPr>
          <p:nvPr/>
        </p:nvCxnSpPr>
        <p:spPr>
          <a:xfrm>
            <a:off x="4244622" y="2671501"/>
            <a:ext cx="417687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6"/>
            <a:endCxn id="7" idx="2"/>
          </p:cNvCxnSpPr>
          <p:nvPr/>
        </p:nvCxnSpPr>
        <p:spPr>
          <a:xfrm>
            <a:off x="6144681" y="2671501"/>
            <a:ext cx="388055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544025" y="4383447"/>
            <a:ext cx="1482372" cy="11428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r1g2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4662309" y="4383447"/>
            <a:ext cx="1482372" cy="11428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r1g2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2762250" y="4383447"/>
            <a:ext cx="1482372" cy="11428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r1g2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862191" y="4383447"/>
            <a:ext cx="1482372" cy="11428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r1y2</a:t>
            </a:r>
            <a:endParaRPr lang="en-US" dirty="0"/>
          </a:p>
        </p:txBody>
      </p:sp>
      <p:cxnSp>
        <p:nvCxnSpPr>
          <p:cNvPr id="23" name="Straight Arrow Connector 22"/>
          <p:cNvCxnSpPr>
            <a:stCxn id="19" idx="2"/>
            <a:endCxn id="20" idx="6"/>
          </p:cNvCxnSpPr>
          <p:nvPr/>
        </p:nvCxnSpPr>
        <p:spPr>
          <a:xfrm flipH="1">
            <a:off x="6144681" y="4954858"/>
            <a:ext cx="399344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0" idx="2"/>
            <a:endCxn id="21" idx="6"/>
          </p:cNvCxnSpPr>
          <p:nvPr/>
        </p:nvCxnSpPr>
        <p:spPr>
          <a:xfrm flipH="1">
            <a:off x="4244622" y="4954858"/>
            <a:ext cx="417687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2"/>
            <a:endCxn id="22" idx="6"/>
          </p:cNvCxnSpPr>
          <p:nvPr/>
        </p:nvCxnSpPr>
        <p:spPr>
          <a:xfrm flipH="1">
            <a:off x="2344563" y="4954858"/>
            <a:ext cx="417687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2" idx="0"/>
            <a:endCxn id="5" idx="4"/>
          </p:cNvCxnSpPr>
          <p:nvPr/>
        </p:nvCxnSpPr>
        <p:spPr>
          <a:xfrm flipH="1" flipV="1">
            <a:off x="1589970" y="3242912"/>
            <a:ext cx="13407" cy="114053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7" idx="4"/>
            <a:endCxn id="19" idx="0"/>
          </p:cNvCxnSpPr>
          <p:nvPr/>
        </p:nvCxnSpPr>
        <p:spPr>
          <a:xfrm>
            <a:off x="7273922" y="3242912"/>
            <a:ext cx="11289" cy="114053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29511" y="1375696"/>
            <a:ext cx="103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</a:t>
            </a:r>
            <a:r>
              <a:rPr lang="en-US" dirty="0" err="1" smtClean="0"/>
              <a:t>st_n</a:t>
            </a:r>
            <a:endParaRPr lang="en-US" dirty="0"/>
          </a:p>
        </p:txBody>
      </p:sp>
      <p:sp>
        <p:nvSpPr>
          <p:cNvPr id="11" name="弧形箭號 (下彎) 10"/>
          <p:cNvSpPr/>
          <p:nvPr/>
        </p:nvSpPr>
        <p:spPr>
          <a:xfrm rot="19467505">
            <a:off x="425209" y="1721860"/>
            <a:ext cx="1130531" cy="756459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834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實驗內容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97724"/>
            <a:ext cx="8045450" cy="4679239"/>
          </a:xfrm>
        </p:spPr>
        <p:txBody>
          <a:bodyPr>
            <a:normAutofit/>
          </a:bodyPr>
          <a:lstStyle/>
          <a:p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module 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名稱與輸入輸出訊號名稱請使用以下提供之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template</a:t>
            </a:r>
          </a:p>
          <a:p>
            <a:pPr marL="0" indent="0">
              <a:buNone/>
            </a:pP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traffic_light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rst_n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, g1, y1, r1, g2, y2, r2) ;</a:t>
            </a:r>
          </a:p>
          <a:p>
            <a:pPr marL="0" indent="0">
              <a:buNone/>
            </a:pP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input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rst_n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output 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g1, y1, r1, g2, y2, r2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TW" smtClean="0">
                <a:latin typeface="Courier New" panose="02070309020205020404" pitchFamily="49" charset="0"/>
                <a:cs typeface="Courier New" panose="02070309020205020404" pitchFamily="49" charset="0"/>
              </a:rPr>
              <a:t>	//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put your design here</a:t>
            </a:r>
          </a:p>
          <a:p>
            <a:pPr marL="0" indent="0">
              <a:buNone/>
            </a:pPr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TW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526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實驗內容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97724"/>
            <a:ext cx="8045450" cy="4679239"/>
          </a:xfrm>
        </p:spPr>
        <p:txBody>
          <a:bodyPr>
            <a:normAutofit/>
          </a:bodyPr>
          <a:lstStyle/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</a:t>
            </a:r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ncverilog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進行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模擬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，觀察文字輸出以及波形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testbench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測試運算結果是否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正確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71450" lvl="2">
              <a:spcBef>
                <a:spcPts val="750"/>
              </a:spcBef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電路圖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(Design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Compiler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產生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301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繳交作業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方式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04257"/>
            <a:ext cx="7886700" cy="4772706"/>
          </a:xfrm>
        </p:spPr>
        <p:txBody>
          <a:bodyPr>
            <a:normAutofit lnSpcReduction="10000"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請用壓縮檔繳交至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iLearn2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Lab5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檔案名稱請包括學號，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</a:t>
            </a:r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大寫</a:t>
            </a:r>
            <a:endParaRPr lang="en-US" altLang="zh-TW" sz="28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內容包含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自己寫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的所有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.v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檔，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請不要把</a:t>
            </a:r>
            <a:r>
              <a:rPr lang="en-US" altLang="zh-TW" sz="2400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testbench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一起傳上來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報告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報告請存成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pdf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檔，內容必須包括：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文字輸出截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圖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C.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nWave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波型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圖</a:t>
            </a:r>
            <a:endParaRPr lang="en-US" altLang="zh-TW" sz="1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D.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電路圖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(Design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Compiler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產生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簡單心得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描述碰到的問題以及解決方式等等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截止日期：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12/12 23:59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407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992</TotalTime>
  <Words>201</Words>
  <Application>Microsoft Office PowerPoint</Application>
  <PresentationFormat>如螢幕大小 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5" baseType="lpstr">
      <vt:lpstr>微軟正黑體</vt:lpstr>
      <vt:lpstr>新細明體</vt:lpstr>
      <vt:lpstr>標楷體</vt:lpstr>
      <vt:lpstr>Arial</vt:lpstr>
      <vt:lpstr>Calibri</vt:lpstr>
      <vt:lpstr>Calibri Light</vt:lpstr>
      <vt:lpstr>Courier New</vt:lpstr>
      <vt:lpstr>Times New Roman</vt:lpstr>
      <vt:lpstr>Office 佈景主題</vt:lpstr>
      <vt:lpstr>數位系統設計 Lab 5-紅綠燈</vt:lpstr>
      <vt:lpstr>Lab目標</vt:lpstr>
      <vt:lpstr>狀態圖</vt:lpstr>
      <vt:lpstr>實驗內容</vt:lpstr>
      <vt:lpstr>實驗內容</vt:lpstr>
      <vt:lpstr>繳交作業方式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數位系統設計 Lab 1</dc:title>
  <dc:creator>Han</dc:creator>
  <cp:lastModifiedBy>周仲韓</cp:lastModifiedBy>
  <cp:revision>158</cp:revision>
  <dcterms:created xsi:type="dcterms:W3CDTF">2017-10-24T18:28:39Z</dcterms:created>
  <dcterms:modified xsi:type="dcterms:W3CDTF">2018-12-04T17:07:50Z</dcterms:modified>
</cp:coreProperties>
</file>