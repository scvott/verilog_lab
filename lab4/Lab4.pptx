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</p:sldMasterIdLst>
  <p:sldIdLst>
    <p:sldId id="256" r:id="rId2"/>
    <p:sldId id="257" r:id="rId3"/>
    <p:sldId id="263" r:id="rId4"/>
    <p:sldId id="262" r:id="rId5"/>
    <p:sldId id="261" r:id="rId6"/>
    <p:sldId id="259" r:id="rId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3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599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9392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6143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2018/11/21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2979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2018/11/21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6216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2018/11/21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8701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2018/11/21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296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2018/11/21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895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2018/11/21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1967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1410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87E7-ACE9-442D-944A-BFBD63E21F7A}" type="datetimeFigureOut">
              <a:rPr lang="zh-TW" altLang="en-US" smtClean="0"/>
              <a:t>2018/11/21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8766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987E7-ACE9-442D-944A-BFBD63E21F7A}" type="datetimeFigureOut">
              <a:rPr lang="zh-TW" altLang="en-US" smtClean="0"/>
              <a:t>2018/11/21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ACEB0-3DC6-4544-92C5-A431E797CE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2335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數位系統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設計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Lab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3304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Lab</a:t>
            </a:r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目標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49" y="1600200"/>
            <a:ext cx="8225419" cy="4979020"/>
          </a:xfrm>
        </p:spPr>
        <p:txBody>
          <a:bodyPr>
            <a:noAutofit/>
          </a:bodyPr>
          <a:lstStyle/>
          <a:p>
            <a:pPr lvl="1"/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 bit 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計數器，每次</a:t>
            </a:r>
            <a:r>
              <a:rPr lang="en-US" altLang="zh-TW" sz="24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posedge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clk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的時候值會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+3</a:t>
            </a:r>
          </a:p>
          <a:p>
            <a:pPr lvl="1"/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非同步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Reset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，當</a:t>
            </a:r>
            <a:r>
              <a:rPr lang="en-US" altLang="zh-TW" sz="24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rst_n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訊號為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的時候計數器歸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</a:p>
          <a:p>
            <a:pPr lvl="1"/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輸出一個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result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訊號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因為只有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 bit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，超過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15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就會回到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0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。因此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計數器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的數字會是 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0, 3, 6, 9, 12, 15, 2, 5, 8, 11, 14, 1, 4, …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383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2431196" y="2352631"/>
            <a:ext cx="1227668" cy="194526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3"/>
          <p:cNvSpPr/>
          <p:nvPr/>
        </p:nvSpPr>
        <p:spPr>
          <a:xfrm>
            <a:off x="1266128" y="1577324"/>
            <a:ext cx="6400136" cy="46275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方塊圖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rapezoid 3"/>
          <p:cNvSpPr/>
          <p:nvPr/>
        </p:nvSpPr>
        <p:spPr>
          <a:xfrm rot="5400000">
            <a:off x="2168731" y="2977103"/>
            <a:ext cx="1715912" cy="654754"/>
          </a:xfrm>
          <a:prstGeom prst="trapezoid">
            <a:avLst>
              <a:gd name="adj" fmla="val 42647"/>
            </a:avLst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000" dirty="0" smtClean="0"/>
              <a:t>+</a:t>
            </a:r>
            <a:endParaRPr lang="en-US" sz="5000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365933" y="4015064"/>
            <a:ext cx="38251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110976" y="3830398"/>
            <a:ext cx="39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762331" y="2782471"/>
            <a:ext cx="93697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4720018" y="2902123"/>
            <a:ext cx="1792110" cy="2423065"/>
            <a:chOff x="4955823" y="2453735"/>
            <a:chExt cx="1792110" cy="2423065"/>
          </a:xfrm>
        </p:grpSpPr>
        <p:sp>
          <p:nvSpPr>
            <p:cNvPr id="9" name="Rectangle 8"/>
            <p:cNvSpPr/>
            <p:nvPr/>
          </p:nvSpPr>
          <p:spPr>
            <a:xfrm>
              <a:off x="5034845" y="2453735"/>
              <a:ext cx="1490133" cy="2423065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138333" y="2663244"/>
              <a:ext cx="609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D</a:t>
              </a:r>
              <a:endParaRPr lang="en-US" sz="20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051779" y="2663244"/>
              <a:ext cx="4176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Q</a:t>
              </a:r>
              <a:endParaRPr lang="en-US" sz="20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955823" y="4399746"/>
              <a:ext cx="102728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dirty="0" smtClean="0"/>
                <a:t>&gt;</a:t>
              </a:r>
              <a:endParaRPr lang="en-US" sz="2500" dirty="0"/>
            </a:p>
          </p:txBody>
        </p:sp>
      </p:grpSp>
      <p:cxnSp>
        <p:nvCxnSpPr>
          <p:cNvPr id="18" name="Straight Connector 17"/>
          <p:cNvCxnSpPr>
            <a:stCxn id="4" idx="0"/>
            <a:endCxn id="12" idx="1"/>
          </p:cNvCxnSpPr>
          <p:nvPr/>
        </p:nvCxnSpPr>
        <p:spPr>
          <a:xfrm>
            <a:off x="3354064" y="3304480"/>
            <a:ext cx="146191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13" idx="1"/>
          </p:cNvCxnSpPr>
          <p:nvPr/>
        </p:nvCxnSpPr>
        <p:spPr>
          <a:xfrm rot="10800000" flipV="1">
            <a:off x="4507716" y="5086661"/>
            <a:ext cx="212302" cy="1335518"/>
          </a:xfrm>
          <a:prstGeom prst="bentConnector2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287361" y="6355679"/>
            <a:ext cx="511679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300" dirty="0" err="1"/>
              <a:t>clk</a:t>
            </a:r>
            <a:endParaRPr lang="en-US" sz="2300" dirty="0"/>
          </a:p>
        </p:txBody>
      </p:sp>
      <p:cxnSp>
        <p:nvCxnSpPr>
          <p:cNvPr id="31" name="Straight Connector 30"/>
          <p:cNvCxnSpPr/>
          <p:nvPr/>
        </p:nvCxnSpPr>
        <p:spPr>
          <a:xfrm flipV="1">
            <a:off x="1762331" y="1786910"/>
            <a:ext cx="0" cy="99556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005993" y="2352885"/>
            <a:ext cx="2644425" cy="366693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2431196" y="1904657"/>
            <a:ext cx="1306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  <a:r>
              <a:rPr lang="en-US" dirty="0" smtClean="0"/>
              <a:t>odule 1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4878060" y="1921905"/>
            <a:ext cx="1306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  <a:r>
              <a:rPr lang="en-US" dirty="0" smtClean="0"/>
              <a:t>odule 2</a:t>
            </a:r>
            <a:endParaRPr lang="en-US" dirty="0"/>
          </a:p>
        </p:txBody>
      </p:sp>
      <p:cxnSp>
        <p:nvCxnSpPr>
          <p:cNvPr id="38" name="Straight Arrow Connector 37"/>
          <p:cNvCxnSpPr/>
          <p:nvPr/>
        </p:nvCxnSpPr>
        <p:spPr>
          <a:xfrm flipV="1">
            <a:off x="6288094" y="3304480"/>
            <a:ext cx="16694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813556" y="2926966"/>
            <a:ext cx="980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result</a:t>
            </a:r>
            <a:endParaRPr lang="en-US" dirty="0"/>
          </a:p>
        </p:txBody>
      </p:sp>
      <p:cxnSp>
        <p:nvCxnSpPr>
          <p:cNvPr id="26" name="Straight Connector 17"/>
          <p:cNvCxnSpPr/>
          <p:nvPr/>
        </p:nvCxnSpPr>
        <p:spPr>
          <a:xfrm>
            <a:off x="5747306" y="5325188"/>
            <a:ext cx="0" cy="11001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2"/>
          <p:cNvSpPr/>
          <p:nvPr/>
        </p:nvSpPr>
        <p:spPr>
          <a:xfrm>
            <a:off x="5388122" y="6317506"/>
            <a:ext cx="796628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300" dirty="0" err="1"/>
              <a:t>r</a:t>
            </a:r>
            <a:r>
              <a:rPr lang="en-US" sz="2300" dirty="0" err="1" smtClean="0"/>
              <a:t>st_n</a:t>
            </a:r>
            <a:endParaRPr lang="en-US" sz="2300" dirty="0"/>
          </a:p>
        </p:txBody>
      </p:sp>
      <p:sp>
        <p:nvSpPr>
          <p:cNvPr id="40" name="TextBox 34"/>
          <p:cNvSpPr txBox="1"/>
          <p:nvPr/>
        </p:nvSpPr>
        <p:spPr>
          <a:xfrm>
            <a:off x="3095266" y="1206238"/>
            <a:ext cx="1306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dirty="0" smtClean="0"/>
              <a:t>op module</a:t>
            </a:r>
            <a:endParaRPr lang="en-US" dirty="0"/>
          </a:p>
        </p:txBody>
      </p:sp>
      <p:cxnSp>
        <p:nvCxnSpPr>
          <p:cNvPr id="41" name="Straight Connector 30"/>
          <p:cNvCxnSpPr/>
          <p:nvPr/>
        </p:nvCxnSpPr>
        <p:spPr>
          <a:xfrm flipV="1">
            <a:off x="7118965" y="1786910"/>
            <a:ext cx="0" cy="14998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30"/>
          <p:cNvCxnSpPr/>
          <p:nvPr/>
        </p:nvCxnSpPr>
        <p:spPr>
          <a:xfrm flipH="1">
            <a:off x="1762331" y="1786910"/>
            <a:ext cx="535408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35"/>
          <p:cNvSpPr txBox="1"/>
          <p:nvPr/>
        </p:nvSpPr>
        <p:spPr>
          <a:xfrm>
            <a:off x="5056129" y="3864467"/>
            <a:ext cx="1306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 bit </a:t>
            </a:r>
            <a:r>
              <a:rPr lang="en-US" dirty="0" err="1" smtClean="0"/>
              <a:t>dff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529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實驗內容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497724"/>
            <a:ext cx="8045450" cy="4679239"/>
          </a:xfrm>
        </p:spPr>
        <p:txBody>
          <a:bodyPr>
            <a:normAutofit/>
          </a:bodyPr>
          <a:lstStyle/>
          <a:p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module 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名稱與輸入輸出訊號名稱請使用以下提供之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template</a:t>
            </a:r>
          </a:p>
          <a:p>
            <a:pPr marL="0" indent="0">
              <a:buNone/>
            </a:pPr>
            <a:r>
              <a:rPr lang="en-US" altLang="zh-TW" dirty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module </a:t>
            </a:r>
            <a:r>
              <a:rPr lang="en-US" altLang="zh-TW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counter (</a:t>
            </a:r>
            <a:r>
              <a:rPr lang="en-US" altLang="zh-TW" dirty="0" err="1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clk</a:t>
            </a:r>
            <a:r>
              <a:rPr lang="en-US" altLang="zh-TW" dirty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, </a:t>
            </a:r>
            <a:r>
              <a:rPr lang="en-US" altLang="zh-TW" dirty="0" err="1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rst_n</a:t>
            </a:r>
            <a:r>
              <a:rPr lang="en-US" altLang="zh-TW" dirty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, result</a:t>
            </a:r>
            <a:r>
              <a:rPr lang="en-US" altLang="zh-TW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TW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	input </a:t>
            </a:r>
            <a:r>
              <a:rPr lang="en-US" altLang="zh-TW" dirty="0" err="1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clk</a:t>
            </a:r>
            <a:r>
              <a:rPr lang="en-US" altLang="zh-TW" dirty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, </a:t>
            </a:r>
            <a:r>
              <a:rPr lang="en-US" altLang="zh-TW" dirty="0" err="1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rst_n</a:t>
            </a:r>
            <a:r>
              <a:rPr lang="en-US" altLang="zh-TW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TW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	output </a:t>
            </a:r>
            <a:r>
              <a:rPr lang="en-US" altLang="zh-TW" dirty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[3:0] result</a:t>
            </a:r>
            <a:r>
              <a:rPr lang="en-US" altLang="zh-TW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TW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	//</a:t>
            </a:r>
            <a:r>
              <a:rPr lang="zh-TW" altLang="en-US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放你設計的兩個</a:t>
            </a:r>
            <a:r>
              <a:rPr lang="en-US" altLang="zh-TW" dirty="0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module</a:t>
            </a:r>
          </a:p>
          <a:p>
            <a:pPr marL="0" indent="0">
              <a:buNone/>
            </a:pPr>
            <a:endParaRPr lang="en-US" altLang="zh-TW" dirty="0" smtClean="0"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dirty="0" err="1" smtClean="0"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endmodule</a:t>
            </a:r>
            <a:endParaRPr lang="zh-TW" altLang="en-US" dirty="0"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526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實驗內容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497724"/>
            <a:ext cx="8045450" cy="4679239"/>
          </a:xfrm>
        </p:spPr>
        <p:txBody>
          <a:bodyPr>
            <a:normAutofit/>
          </a:bodyPr>
          <a:lstStyle/>
          <a:p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用</a:t>
            </a:r>
            <a:r>
              <a:rPr lang="en-US" altLang="zh-TW" sz="2800" dirty="0" err="1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ncverilog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進行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模擬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，觀察文字輸出以及波形</a:t>
            </a:r>
            <a:endParaRPr lang="en-US" altLang="zh-TW" sz="28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用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testbench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測試運算結果是否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正確</a:t>
            </a:r>
            <a:endParaRPr lang="en-US" altLang="zh-TW" sz="28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71450" lvl="2">
              <a:spcBef>
                <a:spcPts val="750"/>
              </a:spcBef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電路圖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(Design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Compiler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產生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  <a:p>
            <a:endParaRPr lang="en-US" altLang="zh-TW" sz="28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301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繳交作業</a:t>
            </a:r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方式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404257"/>
            <a:ext cx="7886700" cy="4772706"/>
          </a:xfrm>
        </p:spPr>
        <p:txBody>
          <a:bodyPr>
            <a:normAutofit lnSpcReduction="10000"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請用壓縮檔繳交至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iLearn2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Lab4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檔案名稱請包括學號，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</a:t>
            </a:r>
            <a:r>
              <a:rPr lang="zh-TW" altLang="en-US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大寫</a:t>
            </a:r>
            <a:endParaRPr lang="en-US" altLang="zh-TW" sz="28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內容包含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1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自己寫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的所有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.v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檔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共三個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請不要把</a:t>
            </a:r>
            <a:r>
              <a:rPr lang="en-US" altLang="zh-TW" sz="2400" dirty="0" err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testbench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一起傳上來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報告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/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報告請存成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pdf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檔，內容必須包括：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A.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B.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文字輸出截</a:t>
            </a:r>
            <a:r>
              <a:rPr lang="zh-TW" altLang="en-US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圖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C. 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nWave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波型</a:t>
            </a:r>
            <a:r>
              <a:rPr lang="zh-TW" altLang="en-US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圖</a:t>
            </a:r>
            <a:endParaRPr lang="en-US" altLang="zh-TW" sz="1800" dirty="0" smtClean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D.</a:t>
            </a:r>
            <a:r>
              <a:rPr lang="zh-TW" altLang="en-US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電路圖</a:t>
            </a:r>
            <a:r>
              <a:rPr lang="en-US" altLang="zh-TW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(Design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Compiler</a:t>
            </a:r>
            <a:r>
              <a:rPr lang="zh-TW" altLang="en-US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產生</a:t>
            </a:r>
            <a:r>
              <a:rPr lang="en-US" altLang="zh-TW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</a:t>
            </a:r>
            <a:r>
              <a:rPr lang="en-US" altLang="zh-TW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簡單心得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描述碰到的問題以及解決方式等等</a:t>
            </a:r>
            <a:r>
              <a:rPr lang="en-US" altLang="zh-TW" sz="1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1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截止日期：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11/28 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23:59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407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932</TotalTime>
  <Words>251</Words>
  <Application>Microsoft Office PowerPoint</Application>
  <PresentationFormat>如螢幕大小 (4:3)</PresentationFormat>
  <Paragraphs>48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5" baseType="lpstr">
      <vt:lpstr>微軟正黑體</vt:lpstr>
      <vt:lpstr>新細明體</vt:lpstr>
      <vt:lpstr>標楷體</vt:lpstr>
      <vt:lpstr>Arial</vt:lpstr>
      <vt:lpstr>Calibri</vt:lpstr>
      <vt:lpstr>Calibri Light</vt:lpstr>
      <vt:lpstr>Courier New</vt:lpstr>
      <vt:lpstr>Times New Roman</vt:lpstr>
      <vt:lpstr>Office 佈景主題</vt:lpstr>
      <vt:lpstr>數位系統設計 Lab 4</vt:lpstr>
      <vt:lpstr>Lab目標</vt:lpstr>
      <vt:lpstr>方塊圖</vt:lpstr>
      <vt:lpstr>實驗內容</vt:lpstr>
      <vt:lpstr>實驗內容</vt:lpstr>
      <vt:lpstr>繳交作業方式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數位系統設計 Lab 1</dc:title>
  <dc:creator>Han</dc:creator>
  <cp:lastModifiedBy>Windows 使用者</cp:lastModifiedBy>
  <cp:revision>146</cp:revision>
  <dcterms:created xsi:type="dcterms:W3CDTF">2017-10-24T18:28:39Z</dcterms:created>
  <dcterms:modified xsi:type="dcterms:W3CDTF">2018-11-20T16:15:53Z</dcterms:modified>
</cp:coreProperties>
</file>