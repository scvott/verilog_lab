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9" r:id="rId1"/>
  </p:sldMasterIdLst>
  <p:sldIdLst>
    <p:sldId id="256" r:id="rId2"/>
    <p:sldId id="257" r:id="rId3"/>
    <p:sldId id="261" r:id="rId4"/>
    <p:sldId id="262" r:id="rId5"/>
    <p:sldId id="258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3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7287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742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362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4046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5774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6323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099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4813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3444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5474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4883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4364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5280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085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9299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63484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003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987E7-ACE9-442D-944A-BFBD63E21F7A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1123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數位系統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設計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Lab 2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30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Lab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寫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bit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減法器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的組合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邏輯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fontAlgn="base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輸入是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8-bit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a,b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以及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1-bit add</a:t>
            </a:r>
          </a:p>
          <a:p>
            <a:pPr fontAlgn="base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add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時，輸出結果為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a+b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fontAlgn="base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add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，輸出結果為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a-b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fontAlgn="base"/>
            <a:endParaRPr lang="zh-TW" altLang="en-US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5383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實驗內容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497724"/>
            <a:ext cx="8045450" cy="4679239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v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erilog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(assign)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設計一個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bit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加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減法器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testbench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測試運算結果是否正確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30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6060" y="130630"/>
            <a:ext cx="7429499" cy="1151164"/>
          </a:xfrm>
        </p:spPr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實驗內容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497724"/>
            <a:ext cx="8045450" cy="4679239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module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名稱與輸入輸出訊號名稱請使用以下提供之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template</a:t>
            </a:r>
          </a:p>
          <a:p>
            <a:pPr marL="0" indent="0">
              <a:buNone/>
            </a:pPr>
            <a:r>
              <a:rPr lang="en-US" altLang="zh-TW" sz="2100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module </a:t>
            </a:r>
            <a:r>
              <a:rPr lang="en-US" altLang="zh-TW" sz="2100" dirty="0" err="1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add_sub</a:t>
            </a:r>
            <a:r>
              <a:rPr lang="en-US" altLang="zh-TW" sz="2100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( add, a, b, result); </a:t>
            </a:r>
          </a:p>
          <a:p>
            <a:pPr marL="0" indent="0">
              <a:buNone/>
            </a:pPr>
            <a:r>
              <a:rPr lang="en-US" altLang="zh-TW" sz="2100" dirty="0" smtClean="0">
                <a:solidFill>
                  <a:schemeClr val="bg1"/>
                </a:solidFill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// </a:t>
            </a:r>
            <a:r>
              <a:rPr lang="en-US" altLang="zh-TW" sz="2100" dirty="0">
                <a:solidFill>
                  <a:schemeClr val="bg1"/>
                </a:solidFill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add = 1/0, doing the addition/subtraction</a:t>
            </a:r>
            <a:endParaRPr lang="en-US" altLang="zh-TW" sz="2100" dirty="0" smtClean="0"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100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input add; </a:t>
            </a:r>
            <a:endParaRPr lang="en-US" altLang="zh-TW" sz="2100" dirty="0" smtClean="0">
              <a:solidFill>
                <a:schemeClr val="bg1"/>
              </a:solidFill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100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input </a:t>
            </a:r>
            <a:r>
              <a:rPr lang="en-US" altLang="zh-TW" sz="2100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[7:0</a:t>
            </a:r>
            <a:r>
              <a:rPr lang="en-US" altLang="zh-TW" sz="2100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] </a:t>
            </a:r>
            <a:r>
              <a:rPr lang="en-US" altLang="zh-TW" sz="2100" dirty="0" err="1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a,b</a:t>
            </a:r>
            <a:r>
              <a:rPr lang="en-US" altLang="zh-TW" sz="2100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; </a:t>
            </a:r>
            <a:endParaRPr lang="en-US" altLang="zh-TW" sz="2100" dirty="0" smtClean="0"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100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output </a:t>
            </a:r>
            <a:r>
              <a:rPr lang="en-US" altLang="zh-TW" sz="2100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[7:0</a:t>
            </a:r>
            <a:r>
              <a:rPr lang="en-US" altLang="zh-TW" sz="2100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] result;</a:t>
            </a:r>
          </a:p>
          <a:p>
            <a:pPr marL="0" indent="0">
              <a:buNone/>
            </a:pPr>
            <a:r>
              <a:rPr lang="zh-TW" altLang="en-US" sz="2100" dirty="0" smtClean="0">
                <a:solidFill>
                  <a:srgbClr val="00B0F0"/>
                </a:solidFill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      </a:t>
            </a:r>
            <a:r>
              <a:rPr lang="en-US" altLang="zh-TW" sz="2100" dirty="0" smtClean="0">
                <a:solidFill>
                  <a:schemeClr val="bg1"/>
                </a:solidFill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// </a:t>
            </a:r>
            <a:r>
              <a:rPr lang="en-US" altLang="zh-TW" sz="2100" dirty="0">
                <a:solidFill>
                  <a:schemeClr val="bg1"/>
                </a:solidFill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Write your codes here  </a:t>
            </a:r>
          </a:p>
          <a:p>
            <a:pPr marL="0" indent="0">
              <a:buNone/>
            </a:pPr>
            <a:endParaRPr lang="en-US" altLang="zh-TW" sz="2100" dirty="0">
              <a:solidFill>
                <a:schemeClr val="bg1"/>
              </a:solidFill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100" dirty="0" err="1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endmodule</a:t>
            </a:r>
            <a:r>
              <a:rPr lang="en-US" altLang="zh-TW" sz="2100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</a:t>
            </a:r>
            <a:endParaRPr lang="en-US" altLang="zh-TW" dirty="0" smtClean="0"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52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879206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內容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608364"/>
            <a:ext cx="7886700" cy="4568599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I/O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描述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add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：當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add==1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時，輸出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a+b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；當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add==0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時，輸出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a-b</a:t>
            </a: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, 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：輸入訊號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result</a:t>
            </a:r>
            <a:r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加或減的計算結果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83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818396"/>
          </a:xfrm>
        </p:spPr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繳交作業方式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56060" y="1436914"/>
            <a:ext cx="7429499" cy="4354287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請用壓縮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檔繳交至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iLearn2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Lab2</a:t>
            </a:r>
          </a:p>
          <a:p>
            <a:r>
              <a:rPr lang="zh-TW" altLang="en-US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檔案名稱請包括學號</a:t>
            </a:r>
            <a:r>
              <a:rPr lang="zh-TW" altLang="en-US" dirty="0" smtClean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en-US" altLang="zh-TW" dirty="0" smtClean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</a:t>
            </a:r>
            <a:r>
              <a:rPr lang="zh-TW" altLang="en-US" dirty="0" smtClean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大寫</a:t>
            </a:r>
            <a:endParaRPr lang="en-US" altLang="zh-TW" dirty="0" smtClean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內容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包含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一個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.v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檔，</a:t>
            </a:r>
            <a:r>
              <a:rPr lang="zh-TW" altLang="en-US" dirty="0" smtClean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請不要把</a:t>
            </a:r>
            <a:r>
              <a:rPr lang="en-US" altLang="zh-TW" dirty="0" err="1" smtClean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testbench</a:t>
            </a:r>
            <a:r>
              <a:rPr lang="zh-TW" altLang="en-US" dirty="0" smtClean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一起傳上來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報告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報告請存成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pdf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檔，內容必須包括：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A.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文字輸出截圖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(PASS!)</a:t>
            </a:r>
          </a:p>
          <a:p>
            <a:pPr lvl="2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nWave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波型圖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簡單心得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描述碰到的問題以及解決方式等等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截止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日期：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10/24 23:59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4079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電路">
  <a:themeElements>
    <a:clrScheme name="電路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電路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電路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TM04033919[[fn=電路]]</Template>
  <TotalTime>857</TotalTime>
  <Words>215</Words>
  <Application>Microsoft Office PowerPoint</Application>
  <PresentationFormat>如螢幕大小 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5" baseType="lpstr">
      <vt:lpstr>微軟正黑體</vt:lpstr>
      <vt:lpstr>新細明體</vt:lpstr>
      <vt:lpstr>標楷體</vt:lpstr>
      <vt:lpstr>Arial</vt:lpstr>
      <vt:lpstr>Courier New</vt:lpstr>
      <vt:lpstr>Times New Roman</vt:lpstr>
      <vt:lpstr>Trebuchet MS</vt:lpstr>
      <vt:lpstr>Tw Cen MT</vt:lpstr>
      <vt:lpstr>電路</vt:lpstr>
      <vt:lpstr>數位系統設計 Lab 2</vt:lpstr>
      <vt:lpstr>Lab目標</vt:lpstr>
      <vt:lpstr>實驗內容</vt:lpstr>
      <vt:lpstr>實驗內容</vt:lpstr>
      <vt:lpstr>實驗內容</vt:lpstr>
      <vt:lpstr>繳交作業方式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數位系統設計 Lab 1</dc:title>
  <dc:creator>Han</dc:creator>
  <cp:lastModifiedBy>Windows 使用者</cp:lastModifiedBy>
  <cp:revision>92</cp:revision>
  <dcterms:created xsi:type="dcterms:W3CDTF">2017-10-24T18:28:39Z</dcterms:created>
  <dcterms:modified xsi:type="dcterms:W3CDTF">2018-10-16T19:32:39Z</dcterms:modified>
</cp:coreProperties>
</file>